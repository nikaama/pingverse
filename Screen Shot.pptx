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09"/>
  </p:normalViewPr>
  <p:slideViewPr>
    <p:cSldViewPr snapToGrid="0">
      <p:cViewPr varScale="1">
        <p:scale>
          <a:sx n="106" d="100"/>
          <a:sy n="106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18E1-96FC-7FD2-1BB3-8C1663591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D785D-7208-24B8-BDEB-3BD0544CA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34346-AE19-D030-53D1-245893705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E20F-0B93-9C80-7135-47EC58B8E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73131-0AA0-DD6D-1DC3-A581F7C6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98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728C-4485-C9F4-02CB-6FC2D463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11B38-DC99-CAC8-1986-926014272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8F6FE-85D3-E8D4-2290-6297F62B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62EFE-3023-D956-3571-A9FD26F5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83BF7-50D8-C149-DCF3-C11ECC1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B08D-5671-F2D4-E8E1-A96EC8BC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94DD9-B617-A2BA-3A88-E75B1C36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33703-B3AB-BF0A-4FD5-F70A95161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0410C-93A6-E811-72E4-38F319CFB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016C6-62A0-7CF0-A3AE-1B7EBE98D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73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E289C-2A2C-3B00-6EE8-8B65AEC54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4639B-07AC-8C27-70D3-26DBFF48E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402F4-08F3-D5D4-884C-5D0E9D6A8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EEB2D-0465-25E7-1880-00D19019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35805-A3F6-8FDB-61AA-6EE25896F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5CC72-FDA1-F9D9-2059-88E84C667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60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FE2A-525E-5AF5-B677-B51B3D411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C9404-8A1D-3DF2-8C6F-AEC6A149B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0379E-85F1-F35C-F083-ADDDDCDA0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BAAC88-500A-2678-94B0-F70573DC8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1299F0-0E6D-08F2-4E7A-0D2E3E142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3857B4-9B10-7665-4623-56D0139B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ACB2F8-E690-5DDF-F3D0-A2E2ABFB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DA6F5-3C6E-AFC0-8617-327EEDE1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64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AFCC-1D1E-CA63-8360-2B7B58DE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0DF2F-5FF6-E314-5E1A-8A27E8B78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C31F2-0FEB-0796-01CA-1AC49A1A9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808D9-831E-D206-BDA7-EB2EE719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045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61E6F-5163-BE10-AF78-ACDAC02A3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ED454-B45B-8285-F2D7-EDD4F1B6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5D2C6-49B0-D6F2-8BE6-6B94273A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53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3F71-BE82-5ACE-A449-9CEBEA01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184C-9B14-BFA8-DFA2-A82109597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8F952-3868-5C27-9960-976C30B81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3A19E-9F58-6D35-6AB2-4C547613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5DFD6-B279-01CD-EDD0-2090B5EE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08E1C-2F98-C35A-7DE8-514E231B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5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CECF-F7B4-E7F2-3C23-BDEE1EB6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41D372-BBD4-4184-0687-9737D04B9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138F00-CB62-3D7F-4CC1-A2D70B5D1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23808-0F6C-E0ED-BFFB-C357B258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0EB54-E7A5-D560-53F4-A6C70FF5B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899BF-450F-2861-1BDA-7EB1E4AFC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1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75075-9D2F-DD8A-F061-9F4FD0CF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94EAFE-B7DC-3E32-245A-2BBA6363B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B526B-B871-71E0-8D4D-3375C5FF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4D9F9-B792-EB5B-F906-2477266D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DE687-E915-00B9-9302-C97D535D8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08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B5483-5B77-86B1-BC5E-263FEA713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104CF-79C5-8BA4-DB04-65DC15846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857CD-782C-E780-1860-E35CB95B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C1A5A-2465-872B-4022-FD1180E80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84357-6D7F-B8CB-CA27-35926E3B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49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110BE1-3759-43A2-BA38-E3776238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76256-05ED-4DCD-6A21-A1FBD81EA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A1EA3-C2DA-F087-0432-635A192D39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31447-C594-5243-805F-D0C91ED445F4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8AA1C-F5BE-E3FD-F01B-2ED77BE51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87916-1ACD-8944-5C48-ADD7B8078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8151C-4839-C447-AB7C-C71129EE9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99FD6-55FB-DA30-7DCC-6F95C4240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A6DC1-6CC2-8503-524C-65D1C1D10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54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056D-E28A-2A0F-A6EC-9EE050DD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Form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08F651-BB03-2CBC-89B2-F34A23127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79005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166A-5487-E59A-5BC9-B63393B4C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2136E7-F936-6DC2-4A2A-344016963C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4930" y="1825625"/>
            <a:ext cx="6962140" cy="4351338"/>
          </a:xfrm>
        </p:spPr>
      </p:pic>
    </p:spTree>
    <p:extLst>
      <p:ext uri="{BB962C8B-B14F-4D97-AF65-F5344CB8AC3E}">
        <p14:creationId xmlns:p14="http://schemas.microsoft.com/office/powerpoint/2010/main" val="181303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3A56B-730A-8BF0-0561-61B9BFBA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3A863A-5C01-B115-0104-7D0A46CB3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5850" y="2553442"/>
            <a:ext cx="3335549" cy="292815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5365A9-7805-2F70-05F8-113C3F8D3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741" y="2193796"/>
            <a:ext cx="3528508" cy="36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437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C938-CC5E-AA9C-FBE2-58787394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D62CF7-0F21-9844-7A56-A08A1D987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7730" y="1825625"/>
            <a:ext cx="4836540" cy="4351338"/>
          </a:xfrm>
        </p:spPr>
      </p:pic>
    </p:spTree>
    <p:extLst>
      <p:ext uri="{BB962C8B-B14F-4D97-AF65-F5344CB8AC3E}">
        <p14:creationId xmlns:p14="http://schemas.microsoft.com/office/powerpoint/2010/main" val="142784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22C0-E3F5-BBED-5935-B2FD0FC9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C6203-84A5-B0D3-6A1A-4C5C32D73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4802" y="2261728"/>
            <a:ext cx="3136900" cy="14097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45F9E9-464D-2D24-B279-379CB757CFE1}"/>
              </a:ext>
            </a:extLst>
          </p:cNvPr>
          <p:cNvSpPr txBox="1"/>
          <p:nvPr/>
        </p:nvSpPr>
        <p:spPr>
          <a:xfrm>
            <a:off x="757991" y="3780803"/>
            <a:ext cx="10744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Table contents/</a:t>
            </a:r>
          </a:p>
          <a:p>
            <a:r>
              <a:rPr lang="en-US" dirty="0"/>
              <a:t> </a:t>
            </a:r>
            <a:r>
              <a:rPr lang="en-US" dirty="0" err="1"/>
              <a:t>user_id|username</a:t>
            </a:r>
            <a:r>
              <a:rPr lang="en-US" dirty="0"/>
              <a:t>       |email      |password     |</a:t>
            </a:r>
            <a:r>
              <a:rPr lang="en-US" dirty="0" err="1"/>
              <a:t>created_at</a:t>
            </a:r>
            <a:r>
              <a:rPr lang="en-US" dirty="0"/>
              <a:t>   |</a:t>
            </a:r>
            <a:r>
              <a:rPr lang="en-US" dirty="0" err="1"/>
              <a:t>updated_at</a:t>
            </a:r>
            <a:r>
              <a:rPr lang="en-US" dirty="0"/>
              <a:t>  |bio|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732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</Words>
  <Application>Microsoft Macintosh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Login Form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SUBHADEEP GHOSH</dc:creator>
  <cp:lastModifiedBy>SUBHADEEP GHOSH</cp:lastModifiedBy>
  <cp:revision>2</cp:revision>
  <dcterms:created xsi:type="dcterms:W3CDTF">2025-02-13T04:15:37Z</dcterms:created>
  <dcterms:modified xsi:type="dcterms:W3CDTF">2025-02-14T06:54:49Z</dcterms:modified>
</cp:coreProperties>
</file>